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small-q5_0，~3.5s/句）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中英皆 ~3.5s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small-q5_0（~3.5s/句）、同一套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