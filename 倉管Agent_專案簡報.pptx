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認證完成）。第二台從重建到可交客戶的完整故事：全量守衛1122+892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1.1s/句，audio-ctx 把 30 秒上下文削到短句實際需要，速度救回來）；8/5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1.1s、ZH 3.5s/句。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★這頁回答一個很自然的質疑：「你們測了 11 輪、守衛 892 句全綠，怎麼還有破口？」答案是——**不是輪數不夠，是輸入源不夠多樣**。前面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 100 句最終實測（2026-08-02）。**這頁取代上一頁的 38 句數據，但刻意兩頁都留著**——因為修正的理由本身就是可講的內容。為何舊數據要修正，兩個原因：①樣本不足（38 句）②**混噪參數失真**。舊參數 light/heavy 換算成訊噪比只有 19.7 / 10.4 dB，而使用者在家用手機開 100% 音量（本人形容『蠻吵』）實測是 31.5 dB——**測試條件比真實環境嚴苛 12 到 21 分貝**，那已經不是展場而是施工現場。加上量測工具本身三個 bug（amix 預設把每路衰減一半、aecho 把人聲能量分散到回音尾巴、噪音音量設定過大），三者疊加讓 heavy 從真值 63% 一路被壓到 16%。**教訓：數據反常時要先查量測工具，不要先解釋現象。** 新參數以使用者實際環境的訊噪比實測值當錨點反推，light 定 27.1 dB、heavy 22.7 dB。修正後：安靜 87%、展場一般 84%、尖峰 76%，噪音只掉 3 個百分點。另外 13 項系統修正讓**同一批錄音**（沒有重錄任何一句）從 74% 提升到 83%——這比重錄更有說服力，因為變的是系統不是人。⚠️ 評審若問母語者會不會更高：**不敢保證**，我們只有 TTS 腔調數據，而 TTS 已證實高估 21 到 55 個百分點，真人母語者從未實測。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882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1122+892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純離線辨識（英文 0.94s / 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全面改用歐美模型：中英各選最適尺寸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small-q5_0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175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33172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331720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EN 1.1s / ZH 3.5s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ZH 端到端 66/100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331720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現役（8 月中英統一＋-ac 640）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953512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953512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0.94s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953512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英文版初選 → 升級 small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575304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575304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2.15s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36/100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575304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中文版初選 → 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67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4197096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19709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2.33s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10.2%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4197096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比 tiny.en 慢又沒更準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818888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81888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818888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模型越大不一定越準：base.en 比 tiny.en 大、慢 2.5 倍，WER 反而略差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——倉管查詢句短、句型固定，tiny 容量已足夠。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演進 8月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真人 100 句把 8 句測不出的差距逼出來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——base 端到端 36/100、small 47/100（同無修正層）；掛回容錯層 66/100。慢 1.4s 買 +30 分，中英自此同一顆模型檔。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175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ggml-small-q5_0.bin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small-q5_0 中英共用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175 MB 一顆（中英共用）｜VAD 零模型｜EN 1.1s / ZH 3.5s｜純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 892 句全綠、劇情批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輪都沒碰到的類型。守衛全程維持 892/892。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 55%——這個落差才是真相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TTS。這次請真人（非母語者）錄 38 句，用展場實際會部署的模型與麥克風測完整語音鏈。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 38 句 · 同一支麥克風、同一顆模型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100 句最終實測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錄滿 100 句 + 修 13 個破口，展場噪音下 84%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上一頁的 38 句版本有兩個問題必須修正：①樣本只有 38 句 ②混噪參數失真，把數據壓得過度悲觀。這頁是修正後的完整結果。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31.4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展場一般噪音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27.1 dB · 真實賣場人潮音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22.7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噪音只讓通過率掉 3 個百分點（87 → 84）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39895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樣本從 38 句補到 100 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39895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涵蓋查詢 / 寫入 / 多輪對話 / 對話邊界七大段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398263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混噪參數重新校準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398263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舊參數換算 SNR 只有 19.7 dB，比使用者家中最吵時還嚴苛 12 dB——那不是展場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992623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5056631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修掉三個量測工具的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5056631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amix 未設 normalize=0（人聲被砍 12dB）、aecho 再砍 54%、噪音音量過大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650991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714999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13 項系統修正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714999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同一批錄音、沒有重錄任何一句，通過率從 74% 提升到 83%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守衛全綠不代表沒問題——換一個角度就抓到一批。守衛庫全程維持 892/892。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whisper；英文 0.94s / 句，中英共用一套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下一步：展前真機全量驗收、demo 基準日對齊——重置鈕 / 開機自啟 / Wi-Fi 自癒 / 中英雙版並存已完成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