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每輪新抓到的問題數：越測越少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ln w="31750">
              <a:solidFill>
                <a:srgbClr val="00C49A"/>
              </a:solidFill>
            </a:ln>
          </c:spPr>
          <c:cat>
            <c:strRef>
              <c:f>Sheet1!$A$2:$A$11</c:f>
              <c:strCache>
                <c:ptCount val="10"/>
                <c:pt idx="0">
                  <c:v>第 1 輪</c:v>
                </c:pt>
                <c:pt idx="1">
                  <c:v>第 5 輪</c:v>
                </c:pt>
                <c:pt idx="2">
                  <c:v>第 10 輪</c:v>
                </c:pt>
                <c:pt idx="3">
                  <c:v>第 15 輪</c:v>
                </c:pt>
                <c:pt idx="4">
                  <c:v>第 20 輪</c:v>
                </c:pt>
                <c:pt idx="5">
                  <c:v>第 25 輪</c:v>
                </c:pt>
                <c:pt idx="6">
                  <c:v>第 30 輪</c:v>
                </c:pt>
                <c:pt idx="7">
                  <c:v>第 35 輪</c:v>
                </c:pt>
                <c:pt idx="8">
                  <c:v>第 40 輪</c:v>
                </c:pt>
                <c:pt idx="9">
                  <c:v>最近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</c:v>
                </c:pt>
                <c:pt idx="1">
                  <c:v>31</c:v>
                </c:pt>
                <c:pt idx="2">
                  <c:v>21</c:v>
                </c:pt>
                <c:pt idx="3">
                  <c:v>16</c:v>
                </c:pt>
                <c:pt idx="4">
                  <c:v>12</c:v>
                </c:pt>
                <c:pt idx="5">
                  <c:v>9</c:v>
                </c:pt>
                <c:pt idx="6">
                  <c:v>6</c:v>
                </c:pt>
                <c:pt idx="7">
                  <c:v>5</c:v>
                </c:pt>
                <c:pt idx="8">
                  <c:v>3</c:v>
                </c:pt>
                <c:pt idx="9">
                  <c:v>4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icrosoft Jheng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折線圖：40 輪下來每輪新抓到的問題數從 38 一路降到 3——這就是收斂。最後那個小回彈（4）是關鍵：換一個沒測過的角度（排程專項）又冒出來，同期實際使用回報 4 件。</a:t>
            </a:r>
          </a:p>
          <a:p>
            <a:r>
              <a:rPr sz="1200">
                <a:latin typeface="Microsoft JhengHei"/>
              </a:rPr>
              <a:t>★ 若老闆問「那 900 多句測試句怎麼來的」：每輪抓到的問題修完後都會存成測試句，40 輪累積成中文 1149 句、英文 938 句的防護網——那是這條線的另一面（問題越抓越少，同時防護網越疊越厚）。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測試句擴充：中文 →1149 句、英文 →938 句（近期修復已全數納入回歸），下週要補課，否則新修的功能沒有防退步保護。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合成音。三段對照（同一批 100 句、同一顆模型）：①電腦合成音 87%（美式腔）②真人台灣腔 39%（只換人念，其餘條件全同）③真人這批加容錯層後 **80%**——關鍵是**同一批音檔、沒有重錄**，只在辨識出口加修正規則。</a:t>
            </a:r>
          </a:p>
          <a:p>
            <a:r>
              <a:rPr sz="1200">
                <a:latin typeface="Microsoft JhengHei"/>
              </a:rPr>
              <a:t>前兩格都是「模型聽對幾句」（一字不差、未加容錯），所以可以公平對照；第三格才是掛上容錯層之後系統實際答對幾句。</a:t>
            </a:r>
          </a:p>
          <a:p>
            <a:r>
              <a:rPr sz="1200">
                <a:latin typeface="Microsoft JhengHei"/>
              </a:rPr>
              <a:t>**合成音高估了 48 個百分點**（87% vs 39%），這與中文版經驗一致——所以本專案鐵則：合成音只能當下限篩檢，真人數字才是驗收標準。</a:t>
            </a:r>
          </a:p>
          <a:p>
            <a:r>
              <a:rPr sz="1200">
                <a:latin typeface="Microsoft JhengHei"/>
              </a:rPr>
              <a:t>★ 若被問「為何不是 100%」：容錯層是規則比對，只能修「看起來很像正解」的錯誤（earphones→earphone）。當模型把整句聽成別的東西（send 30 yoga mats → 13. yogurt mixed）就無從修起，那要靠換模型。救不回的 20 句會反問「請再說一次」，不會硬猜答錯。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★這頁講「真人講話、有背景音」的抗噪表現。</a:t>
            </a:r>
          </a:p>
          <a:p>
            <a:r>
              <a:rPr sz="1200">
                <a:latin typeface="Microsoft JhengHei"/>
              </a:rPr>
              <a:t>測法：user 本人錄 100 句，再用電腦把賣場人潮音以不同強度混進**同一批**錄音。沒有重錄任何一句，所以三個數字可以直接比較。</a:t>
            </a:r>
          </a:p>
          <a:p>
            <a:r>
              <a:rPr sz="1200">
                <a:latin typeface="Microsoft JhengHei"/>
              </a:rPr>
              <a:t>① 結論：一般人潮強度下與安靜環境相同（都是 80%），代表展場的環境音在容忍範圍內；只有把噪音加到尖峰程度才看得出明顯下降（72%）。</a:t>
            </a:r>
          </a:p>
          <a:p>
            <a:r>
              <a:rPr sz="1200">
                <a:latin typeface="Microsoft JhengHei"/>
              </a:rPr>
              <a:t>② **重要限制，要主動講**：這是**電腦合成混音**，不等同現場麥克風的實際收音。真實環境還有回音、麥克風距離、指向性、訪客音量等變因，合成混音模擬不了。所以這組數字看的是**趨勢**（噪音到什麼程度才有影響），不是現場保證值。現場實測排在展前場勘。</a:t>
            </a:r>
          </a:p>
          <a:p>
            <a:r>
              <a:rPr sz="1200">
                <a:latin typeface="Microsoft JhengHei"/>
              </a:rPr>
              <a:t>③ 為何「模型聽對只有四成」卻能答對八成：四成是「一個字都不能錯」的嚴格算法，實際每 10 個字才錯 1 個（多是藍芽/藍牙這種同音字），容錯層修掉這些就上到八成。救不回的會反問「請再說一次」，不硬猜。</a:t>
            </a:r>
          </a:p>
          <a:p>
            <a:r>
              <a:rPr sz="1200">
                <a:latin typeface="Microsoft JhengHei"/>
              </a:rPr>
              <a:t>★ 若被問母語者會不會更高：不敢保證——只測過台灣腔真人與合成音，母語者從未實測，這是誠實的空白。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招牌能力 · 亂打也聽得懂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訪客用簡稱、打錯字、少字多字，系統照樣答對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小模型抓出來的商品名常常帶雜字、缺字或根本認錯。四道關卡逐層修，真的認不出才反問——絕不亂猜、絕不幻覺出錯的商品。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沒見過的講法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沒收錄過的口語、簡稱、錯字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但收斂是「逐項功能」達標，不是全案結案：換新角度測（排程功能）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個問題，實際使用回報 4 件。⇒ 下週持續：新角度測試 +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真人語音驗證，每輪抓到的都會補進測試庫。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下週續辦：新角度測試、測試句擴充、真人語音驗證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測試涵蓋範圍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我們從幾種角度測過、還有哪些要補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每一輪都刻意換一種「訪客可能怎麼講話」來測，而不是拿同一批句子重跑。左邊是已經測過的，右邊是下週要補的。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已經測過的（累積 35 輪以上）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怎麼問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用簡稱、講不清楚、客氣繞圈子、一句話問兩件事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打字習慣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打錯字、注音沒選字、字黏在一起、忘記空格與標點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連續對話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問一句接一句、講「那個」代替商品名、講到一半反悔改數量、用講的代替按按鈕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生意上的說法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賣不動、快沒貨、還能撐幾天、這個月跟上個月比、「除了食品以外」這種反過來講的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問到系統做不到的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商品不存在、數量填 0 或負數、調貨超過庫存、問還沒有資料的期間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亂問與搗蛋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閒聊、罵人、想騙系統刪資料、問「你是誰做的」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用講的（語音）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口音不同、聽成同音字、四種腔調、三種背景吵雜度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每個功能都測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七種查詢 × 進出貨/調撥/採購 × 排程與警示的建立到刪除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短句全部窮舉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把 1-4 個字的所有可能組合都試過一遍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真人念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換人、換麥克風念一次——不同的人講話會有不同的聽錯法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時程：新麥克風到貨當天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站著問話比較短促、會被旁人打斷、邊看螢幕邊改口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多人同時用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排隊輪流講話、麥克風被一直佔著、好幾個人同時送出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合成音基準批：混入賣場環境音後幾乎不受影響（此為系統答對率，含容錯層）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87%，真人 39%——合成音會嚴重高估真實表現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先前所有英文語音數據都來自電腦合成音。這次請真人（非母語者）錄滿 100 句，用展場實際會部署的模型與麥克風測完整語音鏈。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電腦合成音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美式腔 100 句 · 咬字標準、語速平穩（未加容錯）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真人念（台灣腔）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 100 句 · 同麥克風同模型（未加容錯）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同一批錄音沒重錄，只加修正規則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為什麼落差這麼大——這正是「合成音會嚴重高估」的又一次驗證（同一批 100 句錄音；下頁再測不同背景音下的表現）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39% → 80%（+41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80% 是同一批錄音的結果，救不回的會反問而非答錯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句，用電腦混入背景音測抗噪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句，把賣場人潮音以不同強度混進同一批錄音再測——沒有重錄任何一句，所以三個數字可直接比較。（混音為電腦合成，用來看趨勢；現場麥克風實際收音待展前實地驗證。）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一般人潮幾乎不影響（與安靜環境同級）；要吵到尖峰程度才明顯下降。⚠️ 背景音是電腦混進去的，不等於現場麥克風實際收音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