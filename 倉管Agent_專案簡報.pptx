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6.8s）。兩個值得講的洞見——①**反直覺**：base.en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6.8s/句比原本慢，但中文版是備案、英文版才是展場主力（tiny.en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純離線辨識（英文 0.94s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0.94s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英文版採用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6.8s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8/8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中文版採用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67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tiny（多語）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0.97s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中文 1/8 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中文太差不能用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選型準則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不能只看 WER，要看端到端答對率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——中文 base 字面只對 3/8，但端到端 8/8 全綠，聽錯的都被文字端容錯層救回。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74 MB · 英文版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ggml-tiny.en.bin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是端到端 encoder-decoder：聲學編碼與文字解碼在同一個模型檔內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141 MB · 中文版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ggml-base.bin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 -m 指到哪顆模型；多語權重輸出簡體，故中文版仍需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tiny.en / base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74 MB 一顆｜VAD 零模型｜0.94s/句｜純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whisper；英文 0.94s / 句，中英共用一套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下一步：展前真機全量驗收、demo 基準日對齊——重置鈕 / 開機自啟 / Wi-Fi 自癒 / 中英雙版並存已完成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