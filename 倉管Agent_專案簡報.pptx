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落地的真實應用。一句話說清楚產品：自然語言問倉管、一秒回答、跑在便宜的樹莓派上。三個數字：270M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痛點對照。左邊是傳統倉管系統的四個痛：要學、層級深、現場難用、客製貴。右邊是本專案的解法：用講的、一秒答、手機掃碼、樹莓派就能跑。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CPU、~30 t/s、六套回歸雙平台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式點一下自動結束；Fun-ASR-Nano 在 RPi5 純 CPU 離線辨識（展場無網路也能跑）；OpenCC 轉繁 + 同音修正層清理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★語音選型頁（技術評審向）。選型鐵律：必須能在 RPi5 CPU 純離線跑，且盡量沿用倉管既有的 llama.cpp / GGUF runtime。對照四個候選：Whisper small 中文 CER 高（~20%，英文強中文弱）；Whisper large-v3 1.55B 太大、RPi5 純 CPU 跑不動、且偏雲端；SenseVoice-Small / Paraformer 中文 CER 其實更漂亮（~8%/~10%），但走 sherpa-onnx 生態、要重新整合一套框架，展前時間風險高，列為備援方案。Fun-ASR-Nano 決勝點＝跟倉管 LLM 共用同一套 llama.cpp / GGUF runtime，語音不用再扛一套框架、部署面最省；官方 arm64 binary 要GLIBC 2.38 而 RPi5 是 2.36，直接在機上源碼編 4.5 分鐘解決；輸出簡體用 OpenCC s2twp 完美轉繁並順帶轉台灣用語。誠實補一句：SenseVoice 若展後有時間值得回頭評估換裝，CER 更低。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總結三張卡：價值、技術、品質。收尾一句下一步。整份簡報的主軸——用最小的模型、最便宜的硬體，做到可以用數字證明的品質。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一秒拿到正確答案，全程在一台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一句話一秒回答，免選單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0.5GB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intent_clf.bin 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1122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1122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Arial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882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Arial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~30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Arial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Fun-ASR-Nano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GGUF + llama.cpp，RPi5 CPU 純離線辨識（~2.8s / 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繁體，順便轉台灣用語（滑鼠 / 藍牙）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為什麼是 Fun-ASR-Nano，不是 Whisper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選型鐵律：能在 RPi5 CPU 純離線跑、且能沿用倉管既有的 llama.cpp / GGUF runtime——不必為語音再扛一套框架。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參數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70248" y="1865376"/>
            <a:ext cx="17830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Runtime / 部署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1928" y="1865376"/>
            <a:ext cx="14173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離線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7848" y="1865376"/>
            <a:ext cx="13258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中文 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82328" y="1865376"/>
            <a:ext cx="1965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621792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Fun-ASR-Nano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331720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~800M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2331720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llama.cpp / GGUF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928" y="2331720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8E76"/>
                </a:solidFill>
                <a:latin typeface="Microsoft JhengHei"/>
              </a:rPr>
              <a:t>✓ 2.5s/句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7848" y="2331720"/>
            <a:ext cx="13258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Arial"/>
              </a:rPr>
              <a:t>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82328" y="2331720"/>
            <a:ext cx="1965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採用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862072"/>
            <a:ext cx="10853928" cy="621792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small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953512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244M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0248" y="2953512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whisper.cpp 另一套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1928" y="2953512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可但中文弱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7848" y="2953512"/>
            <a:ext cx="13258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Arial"/>
              </a:rPr>
              <a:t>~20%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2328" y="2953512"/>
            <a:ext cx="1965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中文 CER 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483864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large-v3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575304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1.55B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0248" y="3575304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太重 / 需 GPU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3575304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✕ RPi5 跑不動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7848" y="3575304"/>
            <a:ext cx="13258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Arial"/>
              </a:rPr>
              <a:t>~20%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82328" y="3575304"/>
            <a:ext cx="1965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太大＋雲端傾向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105656"/>
            <a:ext cx="10853928" cy="621792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SenseVoice-Small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4197096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234M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0248" y="4197096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sherpa-onnx 另整合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81928" y="4197096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✓ 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27848" y="4197096"/>
            <a:ext cx="13258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Arial"/>
              </a:rPr>
              <a:t>~8%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82328" y="4197096"/>
            <a:ext cx="1965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要重整合，展前風險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7512" y="4727448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Paraformer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98648" y="4818888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~220M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70248" y="4818888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sherpa-onnx 另整合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81928" y="4818888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✓ 輕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27848" y="4818888"/>
            <a:ext cx="13258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Arial"/>
              </a:rPr>
              <a:t>~10%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2328" y="4818888"/>
            <a:ext cx="1965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同上，備援方案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7512" y="5623560"/>
            <a:ext cx="10853928" cy="89611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3272" y="5779008"/>
            <a:ext cx="10149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決勝點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與倉管 LLM 共用同一套 llama.cpp / GGUF runtime</a:t>
            </a:r>
            <a:r>
              <a:rPr sz="1250" b="0">
                <a:solidFill>
                  <a:srgbClr val="BBBBBB"/>
                </a:solidFill>
                <a:latin typeface="Microsoft JhengHei"/>
              </a:rPr>
              <a:t>——語音不必另裝 sherpa-onnx；GLIBC 不合就在 RPi5 源碼編（4.5 分）；輸出簡體用 OpenCC 完美轉繁。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展場噪音實測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念一次真人聲，自動測三種環境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方法突破：真人念一次乾淨版並存錄音，用同一份錄音自動混入賣場人潮噪音重測——對比最公平。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83080"/>
            <a:ext cx="10853928" cy="8412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2002536"/>
            <a:ext cx="530352" cy="53035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84248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920240"/>
            <a:ext cx="1463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920240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自然語言問倉管，一秒回答；手機掃碼、離線可用、硬體成本極低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770632"/>
            <a:ext cx="10853928" cy="8412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990088"/>
            <a:ext cx="530352" cy="53035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971800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907792"/>
            <a:ext cx="1463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907792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758184"/>
            <a:ext cx="10853928" cy="8412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977640"/>
            <a:ext cx="530352" cy="53035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59352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895344"/>
            <a:ext cx="1463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895344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六套回歸雙平台 100%；守衛庫 1122 句把「可靠」變成數字，不靠祈禱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745736"/>
            <a:ext cx="10853928" cy="8412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965192"/>
            <a:ext cx="530352" cy="53035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946904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882896"/>
            <a:ext cx="1463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882896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全離線 ASR 展場可用；三環境噪音實測，現有硬體 + 正常音量就夠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5852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下一步：展前待辦（demo 基準日對齊、展前真機全量驗收）——重置鈕 / 開機自啟 / Wi-Fi 自癒已完成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