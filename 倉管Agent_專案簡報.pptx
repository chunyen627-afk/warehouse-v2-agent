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誠實揭露：近期修復尚未全數納入守衛語料（回歸庫停在 7/20 的 1122 句），下週要補課，否則新修的功能沒有防退步保護。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1122＋英 892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small-q5_0，~3.5s/句）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175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中英皆 ~3.5s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ZH 端到端 66/100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現役（8 月中英統一＋-ac 640）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演進 8月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真人 100 句把 8 句測不出的差距逼出來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——base 端到端 36/100、small 47/100（同無修正層）；掛回容錯層 66/100。慢 1.4s 買 +30 分，中英自此同一顆模型檔。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 55%——這個落差才是真相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+ 修 13 個破口，展場噪音下 84%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噪音只讓通過率掉 3 個百分點（87 → 84）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39895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39895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398263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398263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992623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5056631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5056631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650991"/>
            <a:ext cx="107899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714999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714999"/>
            <a:ext cx="6949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small-q5_0（~3.5s/句）、同一套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