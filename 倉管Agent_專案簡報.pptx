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破口收斂軌跡：換新角度仍會再冒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Sheet1!$A$2:$A$7</c:f>
              <c:strCache>
                <c:ptCount val="6"/>
                <c:pt idx="0">
                  <c:v>第一輪</c:v>
                </c:pt>
                <c:pt idx="1">
                  <c:v>第二輪</c:v>
                </c:pt>
                <c:pt idx="2">
                  <c:v>第三輪</c:v>
                </c:pt>
                <c:pt idx="3">
                  <c:v>第四輪</c:v>
                </c:pt>
                <c:pt idx="4">
                  <c:v>第五輪</c:v>
                </c:pt>
                <c:pt idx="5">
                  <c:v>換角度
(排程專項)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31</c:v>
                </c:pt>
                <c:pt idx="2">
                  <c:v>19</c:v>
                </c:pt>
                <c:pt idx="3">
                  <c:v>9</c:v>
                </c:pt>
                <c:pt idx="4">
                  <c:v>3</c:v>
                </c:pt>
                <c:pt idx="5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柱狀圖：英文互動線五輪從 38 個問題降到 3 個，連續兩輪低於 5 ⇒ **那條線**達到收斂判準。但第六柱是關鍵——換一個沒測過的角度（排程專項百句）又抓到 4 個，同期實際使用回報 4 件。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守衛庫補課：ZH 1122→1149、EN 892→938（7/20、7/25 後停止成長的缺口已補），下週要補課，否則新修的功能沒有防退步保護。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定案：small + 量化 q8_0，中英同一顆】</a:t>
            </a:r>
          </a:p>
          <a:p>
            <a:r>
              <a:rPr sz="1200">
                <a:latin typeface="Microsoft JhengHei"/>
              </a:rPr>
              <a:t>① 為何是 small：tiny.en 與 base 對**台灣腔真人**明顯不夠——tiny 在合成音表現不錯，換真人就掉下來（選型不能只信 TTS）。small 才撐得住。</a:t>
            </a:r>
          </a:p>
          <a:p>
            <a:r>
              <a:rPr sz="1200">
                <a:latin typeface="Microsoft JhengHei"/>
              </a:rPr>
              <a:t>② 為何要量化：small 未量化 465MB、每句 10 秒以上，展場站著等不了。量化壓到 252MB、2.5 秒，準度幾乎不損 ⇒ 用 q8_0。</a:t>
            </a:r>
          </a:p>
          <a:p>
            <a:r>
              <a:rPr sz="1200">
                <a:latin typeface="Microsoft JhengHei"/>
              </a:rPr>
              <a:t>③ 為何是多語版不是英文專用版：多語模型訓練時看過大量非母語者講的英文，對台灣腔更寬容；英文專用版聽慣標準英美腔反而不適應。中英共用同一顆檔案，只靠 -l 旗標切語言，不必維護兩套框架。</a:t>
            </a:r>
          </a:p>
          <a:p>
            <a:r>
              <a:rPr sz="1200">
                <a:latin typeface="Microsoft JhengHei"/>
              </a:rPr>
              <a:t>④ 純模型 39% 看起來低，是因為判準「一字不差」。字元正確率 89%，容錯層接手後端到端 80% —— 那才是訪客體驗到的數字。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 + 量化 q8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/ 合成 87%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定案：準度夠又壓得下來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未量化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同上（量化不損準度）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準度夠但太慢 ⇒ 量化解決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真人明顯較差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準度不足，升級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合成音好、真人差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台灣腔真人辨識不堪用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選型邏輯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small 夠準但太慢 → 量化壓縮 → q8_0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——小模型（tiny/base）準度不足；small 準度夠卻要 10 秒以上，展場站著等不了。量化把它壓到 252 MB、2.5 秒，準度幾乎不損。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為何純模型 39% 仍可用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判準是「一字不差」才算對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——實際字元正確率 89%（每 10 字才錯 1 字），多為 earphones→earphone 這類小差異。容錯層接手後端到端 80%，那才是訪客體驗到的。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中英共用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· 展場噪音下 82%（2026-08-06 全量重測 · q8_0）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展場一般噪音下 82%——比安靜環境還高；純模型辨識僅 38%，容錯層補上 44 個百分點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77900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81558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2026-08-06 全量重測（本頁數字）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9392" y="581558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同批錄音重跑三層噪音、不做任何人工複判 → 80 / 82 / 72%。純模型辨識僅 38%，容錯層補上 44 個百分點才有這個成品表現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