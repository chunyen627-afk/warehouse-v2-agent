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★這頁講「真人講話、有背景音」的實際表現——最貼近展場的數字。</a:t>
            </a:r>
          </a:p>
          <a:p>
            <a:r>
              <a:rPr sz="1200">
                <a:latin typeface="Microsoft JhengHei"/>
              </a:rPr>
              <a:t>測法：user 本人錄 100 句，把賣場人潮音混進同一批錄音，分三種強度測。**沒有重錄任何一句**，變的只有背景音，所以三個數字可以直接比較。</a:t>
            </a:r>
          </a:p>
          <a:p>
            <a:r>
              <a:rPr sz="1200">
                <a:latin typeface="Microsoft JhengHei"/>
              </a:rPr>
              <a:t>① 為何有背景音反而略好（82% &gt; 80%）：差 2 句在雜訊範圍內，重點是「加了背景音沒有變差」——代表展場環境音在容忍範圍內。</a:t>
            </a:r>
          </a:p>
          <a:p>
            <a:r>
              <a:rPr sz="1200">
                <a:latin typeface="Microsoft JhengHei"/>
              </a:rPr>
              <a:t>② 為何「模型聽對只有四成」卻能答對八成：四成是「一個字都不能錯」的嚴格算法，實際上每 10 個字才錯 1 個（多是藍芽/藍牙這種同音字）。容錯層自動修掉這些，答對率就上到八成。</a:t>
            </a:r>
          </a:p>
          <a:p>
            <a:r>
              <a:rPr sz="1200">
                <a:latin typeface="Microsoft JhengHei"/>
              </a:rPr>
              <a:t>③ 救不回的怎麼辦：系統會反問「請再說一次」，不會硬猜。展場上訪客對「我聽不懂」的容忍度，遠高於「自信地答錯」。</a:t>
            </a:r>
          </a:p>
          <a:p>
            <a:r>
              <a:rPr sz="1200">
                <a:latin typeface="Microsoft JhengHei"/>
              </a:rPr>
              <a:t>★ 若被問母語者會不會更高：**不敢保證**——我們只測過台灣腔真人與合成音，而合成音已證實會高估。母語者從未實測，這是誠實的空白。</a:t>
            </a:r>
          </a:p>
          <a:p>
            <a:r>
              <a:rPr sz="1200">
                <a:latin typeface="Microsoft JhengHei"/>
              </a:rPr>
              <a:t>★ 若被問這數字可信嗎：這批是 2026-08-06 重跑的，不做任何人工放寬（先前版本曾把幾句「測法造成的假失敗」複判成通過，這次一律不做）。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「換角度」換的是什麼：已測 35+ 輪的角度盤點與剩餘缺口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每輪刻意換一種「訪客會怎麼講話」的角度，而不是同一批句子重跑。下表是已覆蓋的角度、以及展前還要補的三塊。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已覆蓋的角度（35+ 輪累積）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訪客講話方式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口語簡稱、模糊描述、禮貌繞圈、一句多意圖、代稱追問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輸入型態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打字錯字、注音殘留、黏字漏空格、大小寫、標點缺失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對話結構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多輪劇情、上下文接續、反悔改單、中途插話、確認代按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業務語境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營運詞彙（滯銷/呆料/撐天）、期間表達、跨倉比較、排除語境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邊界與異常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查無商品、數量為零/負、超量調撥、不支援期間、重複排程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搗蛋與離題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閒聊、辱罵、注入攻擊（drop all tables）、問系統身世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語音輸入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ASR 錯字型態、同音字、四種腔調 TTS、三層噪音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功能面全覆蓋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七大查詢 × 三類 Agent 工具 × 排程/警示全生命週期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短句全枚舉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1-4 字的所有合理組合（把「多輪」變成可數空間）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真人語音批 ·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新麥克風到貨後重錄；重點打「換人、換口音」的新錯法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展場情境批 ·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站著問的短促語氣、被打斷重問、旁人插話、邊看螢幕邊改口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併發壓力批 · 5 路 ×20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排隊輪流講話、麥克風連續佔用、同時送出的搶鎖情境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句，混入賣場人潮音再測一次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句，分別在安靜、一般人潮、尖峰吵雜三種背景音下測試——同一批錄音，只是把背景音混進去，沒有重錄。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有背景音不但沒變差，還略好一點——展場的環境音在容忍範圍內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