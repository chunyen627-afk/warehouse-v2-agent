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誠實揭露：近期修復尚未全數納入守衛語料（回歸庫停在 7/20 的 1122 句），下週要補課，否則新修的功能沒有防退步保護。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定案：q8_0 —— 實測打敗直覺】</a:t>
            </a:r>
          </a:p>
          <a:p>
            <a:r>
              <a:rPr sz="1200">
                <a:latin typeface="Microsoft JhengHei"/>
              </a:rPr>
              <a:t>① 直覺一：位元越少應該越快 → 錯。壓最小的 q5（167MB）要 4.2 秒，壓中等的 q8（252MB）只要 2.5 秒。白話：壓縮像真空收納，壓太扁每次取用都得先還原，拆封的功夫比省下的搬運還多。（機轉無定論，依實測選型。）</a:t>
            </a:r>
          </a:p>
          <a:p>
            <a:r>
              <a:rPr sz="1200">
                <a:latin typeface="Microsoft JhengHei"/>
              </a:rPr>
              <a:t>② 直覺二：模型聽得越準、系統就答得越對 → 也錯。首輪 q8「整句聽對」較多，端到端卻輸 3 分。追下去發現關鍵是**錯在哪裡**：q8 常錯在商品名（steam iron→stain iron）那是查詢命脈；q5 錯在語助詞，無傷大雅。</a:t>
            </a:r>
          </a:p>
          <a:p>
            <a:r>
              <a:rPr sz="1200">
                <a:latin typeface="Microsoft JhengHei"/>
              </a:rPr>
              <a:t>③ 於是針對 q8 的聽錯型態補 11 條容錯規則（每條都先撞守衛 892 句、商品主檔、以及 q5 現有正解確認零誤傷），端到端 73.7% → 78.0%，反超 q5 的 77.3%，且保有快 40% 優勢 ⇒ 定案 q8_0。訪客體感 5.9 秒 → 4.2 秒。</a:t>
            </a:r>
          </a:p>
          <a:p>
            <a:r>
              <a:rPr sz="1200">
                <a:latin typeface="Microsoft JhengHei"/>
              </a:rPr>
              <a:t>④ 若問「為何不早點選 q8」：因為未調校時它是輸的（73.7%）——先量出弱點型態、再補規則才變最佳解，這正是測試方法論的價值。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1122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1122＋英 892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small-q8_0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壓中等（8-bit）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端到端均 78.0%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定案採用：又快又準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167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壓最小（5-bit）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端到端均 77.3%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壓更小反而慢 40%、準度也略低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全精度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不壓縮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慢一倍以上 ⇒ 壓縮是必要的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25196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28853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28853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28853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28853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28853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28853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" y="475488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7914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98648" y="47914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87367" y="47914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7914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9208" y="47914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99448" y="47914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①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壓得更小，反而更慢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——一般以為位元數越少越快。但壓縮就像真空收納：壓得太扁，每次取用都得先「還原」，拆封的功夫比省下的搬運還多。q8 壓得剛好，總時間最短（2.5s vs 4.2s）。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反直覺 ②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模型聽得準 ≠ 系統答得對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——關鍵不是錯多少字，而是**錯在哪裡**：錯在商品名就查不到，錯在語助詞則無傷。針對聽錯型態補容錯規則後，q8 端到端 73.7% → 78.0%，同時拿下速度與準度。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· 展場噪音下 82%（2026-08-06 全量重測 · q8_0）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展場一般噪音下 82%——比安靜環境還高；純模型辨識僅 38%，容錯層補上 44 個百分點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77900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81558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2026-08-06 全量重測（本頁數字）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581558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同批錄音重跑三層噪音、不做任何人工複判：q8_0 得 80 / 82 / 72%（均 78.0%），勝過 q5_0 的 81 / 79 / 72%（均 77.3%）且快 40% ⇒ 定案改用 q8_0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