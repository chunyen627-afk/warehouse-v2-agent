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Sheet1!$A$2:$A$5</c:f>
              <c:strCache>
                <c:ptCount val="4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866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落地的真實應用。一句話說清楚產品：自然語言問倉管、一秒回答、跑在便宜的樹莓派上。三個數字：270M 是模型只有 2.7 億參數（業界主流 3B-8B 的零頭）、42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痛點對照。左邊是傳統倉管系統的四個痛：要學、層級深、現場難用、客製貴。右邊是本專案的解法：用講的、一秒答、手機掃碼、樹莓派就能跑。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42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CPU、~30 t/s、六套回歸雙平台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總結三張卡：價值、技術、品質。收尾一句下一步。整份簡報的主軸——用最小的模型、最便宜的硬體，做到可以用數字證明的品質。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一秒拿到正確答案，全程在一台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42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一句話一秒回答，免選單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0.5GB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intent_clf.bin 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882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42 輪迭代，守衛庫從 138 句長到 882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Arial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882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Arial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~30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Arial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57400"/>
            <a:ext cx="10853928" cy="96012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2276856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258568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2194560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94560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自然語言問倉管，一秒回答；手機掃碼、離線可用、硬體成本極低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3200400"/>
            <a:ext cx="10853928" cy="96012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3419856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401568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3337560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3337560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4343400"/>
            <a:ext cx="10853928" cy="96012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4562856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4544568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4480560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4480560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六套回歸雙平台 100%；多輪全枚舉把「可靠」變成數字，不靠祈禱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5852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下一步：展前待辦（demo 基準日對齊、展前真機全量驗收）——重置鈕 / 開機自啟 / Wi-Fi 自癒已完成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