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· 展場噪音下 82%（2026-08-06 全量重測 · q8_0）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展場一般噪音下 82%——比安靜環境還高；純模型辨識僅 38%，容錯層補上 44 個百分點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77900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81558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2026-08-06 全量重測（本頁數字）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581558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同批錄音重跑三層噪音、不做任何人工複判 → 80 / 82 / 72%。純模型辨識僅 38%，容錯層補上 44 個百分點才有這個成品表現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