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0.94s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英文版採用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2.15s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8/8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中文版採用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tiny（多語）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0.97s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中文 1/8 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中文太差不能用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選型準則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不能只看 WER，要看端到端答對率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——中文 base 字面只對 3/8，但端到端 8/8 全綠，聽錯的都被文字端容錯層救回。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74 MB · 英文版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ggml-tiny.en.bin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是端到端 encoder-decoder：聲學編碼與文字解碼在同一個模型檔內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141 MB · 中文版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ggml-base.bin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 -m 指到哪顆模型；多語權重輸出簡體，故中文版仍需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tiny.en / 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74 MB 一顆｜VAD 零模型｜0.94s/句｜純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TTS。這次請真人（非母語者）錄 38 句，用展場實際會部署的模型與麥克風測完整語音鏈。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 38 句 · 同一支麥克風、同一顆模型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+ 修 13 個破口，展場噪音下 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噪音只讓通過率掉 3 個百分點（87 → 84）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39895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39895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398263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398263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992623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5056631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5056631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650991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714999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714999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