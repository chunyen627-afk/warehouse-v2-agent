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50" b="1">
                <a:solidFill>
                  <a:srgbClr val="1A1A2E"/>
                </a:solidFill>
                <a:latin typeface="Microsoft JhengHei"/>
              </a:rPr>
              <a:t>破口收斂軌跡：換新角度仍會再冒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每輪新抓到的問題數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Sheet1!$A$2:$A$7</c:f>
              <c:strCache>
                <c:ptCount val="6"/>
                <c:pt idx="0">
                  <c:v>第一輪</c:v>
                </c:pt>
                <c:pt idx="1">
                  <c:v>第二輪</c:v>
                </c:pt>
                <c:pt idx="2">
                  <c:v>第三輪</c:v>
                </c:pt>
                <c:pt idx="3">
                  <c:v>第四輪</c:v>
                </c:pt>
                <c:pt idx="4">
                  <c:v>第五輪</c:v>
                </c:pt>
                <c:pt idx="5">
                  <c:v>換角度
(排程專項)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</c:v>
                </c:pt>
                <c:pt idx="1">
                  <c:v>31</c:v>
                </c:pt>
                <c:pt idx="2">
                  <c:v>19</c:v>
                </c:pt>
                <c:pt idx="3">
                  <c:v>9</c:v>
                </c:pt>
                <c:pt idx="4">
                  <c:v>3</c:v>
                </c:pt>
                <c:pt idx="5">
                  <c:v>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落地的真實應用。一句話說清楚產品：自然語言問倉管、秒級回答、跑在便宜的樹莓派上。三個數字：270M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痛點對照。左邊是傳統倉管系統的四個痛：要學、層級深、現場難用、客製貴。右邊是本專案的解法：用講的、秒級答、手機掃碼、樹莓派就能跑。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這頁講測試方法論與現況。核心觀念：不是測一次就好，而是「百句實測→修→全量回歸」的循環，每輪刻意換訪客講話的角度（口語、邊界、連續對話、語音錯字），修完一輪再跑下一輪。</a:t>
            </a:r>
          </a:p>
          <a:p>
            <a:r>
              <a:rPr sz="1200">
                <a:latin typeface="Microsoft JhengHei"/>
              </a:rPr>
              <a:t>柱狀圖：英文互動線五輪從 38 個問題降到 3 個，連續兩輪低於 5 ⇒ **那條線**達到收斂判準。但第六柱是關鍵——換一個沒測過的角度（排程專項百句）又抓到 4 個，同期實際使用回報 4 件。</a:t>
            </a:r>
          </a:p>
          <a:p>
            <a:r>
              <a:rPr sz="1200">
                <a:latin typeface="Microsoft JhengHei"/>
              </a:rPr>
              <a:t>★ 這頁要傳達的重點不是『測完了』，而是『收斂是逐條功能線達標，換角度就會再冒』。老闆若問「那到底何時算好」：判準是每條功能線各自連兩輪 ≤5，加上實際使用回報趨近於零；目前英文互動線已達標，排程線剛開始測。</a:t>
            </a:r>
          </a:p>
          <a:p>
            <a:r>
              <a:rPr sz="1200">
                <a:latin typeface="Microsoft JhengHei"/>
              </a:rPr>
              <a:t>誠實揭露：近期修復尚未全數納入守衛語料（回歸庫停在 7/20 的 1122 句），下週要補課，否則新修的功能沒有防退步保護。</a:t>
            </a:r>
          </a:p>
          <a:p>
            <a:r>
              <a:rPr sz="1200">
                <a:latin typeface="Microsoft JhengHei"/>
              </a:rPr>
              <a:t>結論：收尾階段，下週續辦新角度輪＋守衛補課＋真人語音驗證，展前（9/2）完成交付。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【2026-08-06 改版：講「二選一」的故事，不是講已定案】</a:t>
            </a:r>
          </a:p>
          <a:p>
            <a:r>
              <a:rPr sz="1200">
                <a:latin typeface="Microsoft JhengHei"/>
              </a:rPr>
              <a:t>★ 講法：候選已經收斂到只剩兩個——**同一顆模型的兩種壓縮程度**。</a:t>
            </a:r>
          </a:p>
          <a:p>
            <a:r>
              <a:rPr sz="1200">
                <a:latin typeface="Microsoft JhengHei"/>
              </a:rPr>
              <a:t>① 先講直覺：一般都認為壓越小（q5，167MB）應該越快，所以本來預期選 q8 的人會覺得奇怪，為什麼上線的是 q5？</a:t>
            </a:r>
          </a:p>
          <a:p>
            <a:r>
              <a:rPr sz="1200">
                <a:latin typeface="Microsoft JhengHei"/>
              </a:rPr>
              <a:t>② 反直覺一（速度）：實測**壓最小的反而最慢**（4.2s vs 2.5s）。白話解釋——壓縮就像把東西真空收納，取用前得先「還原」；壓得太扁，每次拆封的功夫反而比省下的搬運時間還多。q8 壓得剛好，拆封快、搬運也不重，總時間最短。</a:t>
            </a:r>
          </a:p>
          <a:p>
            <a:r>
              <a:rPr sz="1200">
                <a:latin typeface="Microsoft JhengHei"/>
              </a:rPr>
              <a:t>   （誠實補充：確切機轉我們沒有定論，這是依實測結果選型，不是理論推導。）</a:t>
            </a:r>
          </a:p>
          <a:p>
            <a:r>
              <a:rPr sz="1200">
                <a:latin typeface="Microsoft JhengHei"/>
              </a:rPr>
              <a:t>③ 反直覺二（準度）：慢的那顆 q5 端到端反而較準（76.7% vs 73.7%）。原因在**錯的位置不同**——q8 常錯在商品名（steam iron 聽成 stain iron），那是查詢的命脈；q5 錯得零碎（stock 聽成 stuck），關鍵字還在，容錯層修得動。</a:t>
            </a:r>
          </a:p>
          <a:p>
            <a:r>
              <a:rPr sz="1200">
                <a:latin typeface="Microsoft JhengHei"/>
              </a:rPr>
              <a:t>④ 現在進行式：既然 q8 只輸在「特定幾種固定聽錯」，我們正在幫它補專用容錯規則。若能補到追平，就能同時拿到快 40% 與同等準度——那才是最佳解。</a:t>
            </a:r>
          </a:p>
          <a:p>
            <a:r>
              <a:rPr sz="1200">
                <a:latin typeface="Microsoft JhengHei"/>
              </a:rPr>
              <a:t>⑤ 若老闆問何時定案：判準已訂——三層噪音端到端平均不低於現行、且最吵那層不落後 2 分以上，就切換；否則維持 q5。展前一週內定案，不會拖到展場。</a:t>
            </a:r>
          </a:p>
          <a:p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3.45s/句——比 tiny.en 慢但台灣腔通過率 27%→60%，速度靠 -ac 640 從 6.7s 拉回）；8/5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3.45s、ZH 3.54s/句（tiny.en 時代的 0.94-1.1s 是舊引擎數字，換 small 後中英同級）。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★這頁回答一個很自然的質疑：「你們測了 11 輪、守衛 892 句全綠，怎麼還有破口？」答案是——**不是輪數不夠，是輸入源不夠多樣**。前面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99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 100 句最終實測（2026-08-02）。**這頁取代上一頁的 38 句數據，但刻意兩頁都留著**——因為修正的理由本身就是可講的內容。為何舊數據要修正，兩個原因：①樣本不足（38 句）②**混噪參數失真**。舊參數 light/heavy 換算成訊噪比只有 19.7 / 10.4 dB，而使用者在家用手機開 100% 音量（本人形容『蠻吵』）實測是 31.5 dB——**測試條件比真實環境嚴苛 12 到 21 分貝**，那已經不是展場而是施工現場。加上量測工具本身三個 bug（amix 預設把每路衰減一半、aecho 把人聲能量分散到回音尾巴、噪音音量設定過大），三者疊加讓 heavy 從真值 63% 一路被壓到 16%。**教訓：數據反常時要先查量測工具，不要先解釋現象。** 新參數以使用者實際環境的訊噪比實測值當錨點反推，light 定 27.1 dB、heavy 22.7 dB。修正後：安靜 87%、展場一般 84%、尖峰 76%，噪音只掉 3 個百分點。另外 13 項系統修正讓**同一批錄音**（沒有重錄任何一句）從 74% 提升到 83%——這比重錄更有說服力，因為變的是系統不是人。⚠️ 評審若問母語者會不會更高：**不敢保證**，我們只有 TTS 腔調數據，而 TTS 已證實高估 21 到 55 個百分點，真人母語者從未實測。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CPU、20–30 t/s（模擬全開時 ~20、關閉 ~30）、六套回歸雙平台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認證完成）。第二台從重建到可交客戶的完整故事：全量守衛1122+892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秒級拿到正確答案，全程在一台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一句話秒級回答，免選單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4.2MB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 量化模型（原 0.5GB）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1122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1122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1122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AUTOMATED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自動測試迭代：百句實測 → 修 → 回歸；逐條功能線收斂，換角度再測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1. 產生測試批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每輪 100 句全新、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刻意換角度：口語、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邊界、劇情、語音錯字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9504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99232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2. 瀏覽器自動實測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程式模擬真訪客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打字送出，逐句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截圖存證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9472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11496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21224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1224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3. 逐句判定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✅ 正確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🟡 合理降級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❌ 破口</a:t>
            </a:r>
          </a:p>
        </p:txBody>
      </p:sp>
      <p:sp>
        <p:nvSpPr>
          <p:cNvPr id="21" name="Chevron 20"/>
          <p:cNvSpPr/>
          <p:nvPr/>
        </p:nvSpPr>
        <p:spPr>
          <a:xfrm>
            <a:off x="7141464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33488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43216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6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0416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4. 追根因修復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看執行 log 定位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卡在哪一層，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對症下藥不亂猜</a:t>
            </a:r>
          </a:p>
        </p:txBody>
      </p:sp>
      <p:sp>
        <p:nvSpPr>
          <p:cNvPr id="27" name="Chevron 26"/>
          <p:cNvSpPr/>
          <p:nvPr/>
        </p:nvSpPr>
        <p:spPr>
          <a:xfrm>
            <a:off x="9363456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5480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5208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65208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2408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5. 回歸與部署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1784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中 1122＋英 892 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守衛防「修A壞B」，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三處版控雙機同步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428999"/>
            <a:ext cx="10853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↺  一輪修完不算完——換一批全新句子、換一種訪客講話方式，再跑下一輪，直到連續兩輪幾乎抓不到新問題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667512" y="4041648"/>
          <a:ext cx="53949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355080" y="4041648"/>
            <a:ext cx="5166360" cy="1920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187952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收斂判準（工程標準）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59028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連續兩輪新問題 ≤ 5 且全為優雅降級  </a:t>
            </a:r>
            <a:r>
              <a:rPr sz="1300" b="1">
                <a:solidFill>
                  <a:srgbClr val="008E76"/>
                </a:solidFill>
                <a:latin typeface="Microsoft JhengHei"/>
              </a:rPr>
              <a:t>→ 英文互動線已達標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02920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但收斂是「逐條功能線」達標，不是全案結案：換新角度測（排程專項）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仍抓到 4 個破口，實際使用回報 4 件。⇒ 下週持續：新角度輪 + 守衛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庫補課（近期修復尚未全數納入回歸語料）。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" y="6144768"/>
            <a:ext cx="10853928" cy="5486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4535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收尾階段   </a:t>
            </a:r>
            <a:r>
              <a:rPr sz="1300" b="0">
                <a:solidFill>
                  <a:srgbClr val="444444"/>
                </a:solidFill>
                <a:latin typeface="Microsoft JhengHei"/>
              </a:rPr>
              <a:t>▸  下週續辦：新角度輪、守衛庫補課、真人語音驗證   </a:t>
            </a:r>
            <a:r>
              <a:rPr sz="1350" b="1">
                <a:solidFill>
                  <a:srgbClr val="1A1A2E"/>
                </a:solidFill>
                <a:latin typeface="Microsoft JhengHei"/>
              </a:rPr>
              <a:t>▸  展前（9/2）完成交付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892/892：把「可靠」再證明一次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892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892/892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892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純離線辨識（中英同顆 small-q5_0，~3.5s/句）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已鎖定 small 的兩種壓縮版本：q5_0 與 q8_0，正在二選一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runtime。候選已收斂到 small 的兩個壓縮版本——差別只在「壓多小」，其餘完全相同。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實測準確度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502920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small-q5_0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27685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167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27685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壓最小（5-bit）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27685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4.2s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端到端均 76.7%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27685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目前上線中：準度領先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743200"/>
            <a:ext cx="10853928" cy="502920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small-q8_0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77977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252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77977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壓中等（8-bit）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77977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2.5s（快 40%）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端到端均 73.7%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77977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挑戰者：速度大勝，補容錯中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246120"/>
            <a:ext cx="1085392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small 全精度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28269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465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28269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不壓縮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28269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10 秒以上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28269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慢一倍以上 ⇒ 壓縮是必要的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374904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378561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378561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378561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0.94s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9.3%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378561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英文版初選 → 升級 small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4251960"/>
            <a:ext cx="1085392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28853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98648" y="428853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7" y="428853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41848" y="428853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2.15s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9208" y="428853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端到端 36/100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9448" y="428853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中文版初選 → 升級 small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7512" y="475488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47914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Fun-ASR-Nano（原用）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98648" y="479145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~800M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87367" y="479145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中文強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41848" y="479145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2.5s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79208" y="47914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4/8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99448" y="479145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來源不符，已汰換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反直覺 ①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壓得更小的 q5 竟然「比較慢」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——一般以為位元數越少越快，但壓縮過頭時，每算一次都要先「解壓縮」還原成模型看得懂的數字；q8 壓得剛好、算起來最順。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反直覺 ②  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但慢的那顆答對率反而高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——q8 聽對的「整句」比較多，錯的卻常落在商品名；q5 錯得零碎、容錯層修得動 ⇒ 端到端 76.7% vs 73.7%。**現正實驗：補 q8 專用容錯規則，能否拿到「又快又準」**。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175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ggml-small-q5_0.bin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small-q5_0 中英共用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852160"/>
            <a:ext cx="10853928" cy="7132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71032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175 MB 一顆（中英共用）｜VAD 零模型｜中英 ~3.5s/句｜純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 892 句全綠、劇情批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乾淨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輪都沒碰到的類型。守衛全程維持 892/892。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92%，真人首測 55%——合成音會嚴重高估（下頁為補滿 100 句的現況）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TTS。這次請真人（非母語者）先錄 38 句抽樣（後補滿 100 句，見下頁），用展場實際會部署的模型與麥克風測完整語音鏈。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99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台灣腔首測 38 句抽樣（後補滿100句→下頁） · 同麥克風同模型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100 句最終實測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錄滿 100 句 · 展場噪音下 78%（2026-08-06 全量重測）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上一頁的 38 句版本有兩個問題必須修正：①樣本只有 38 句 ②混噪參數失真，把數據壓得過度悲觀。這頁是修正後的完整結果。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31.4 dB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展場一般噪音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27.1 dB · 真實賣場人潮音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SNR 22.7 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展場一般噪音只讓通過率掉 3 個百分點（81 → 78）；純模型辨識僅 32%，容錯層補上 46 個百分點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1246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樣本從 38 句補到 100 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1246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涵蓋查詢 / 寫入 / 多輪對話 / 對話邊界七大段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20166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23824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混噪參數重新校準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23824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舊參數換算 SNR 只有 19.7 dB，比使用者家中最吵時還嚴苛 12 dB——那不是展場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72744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76402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修掉三個量測工具的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76402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amix 未設 normalize=0（人聲被砍 12dB）、aecho 再砍 54%、噪音音量過大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25322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28980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13 項系統修正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28980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同一批錄音、沒有重錄任何一句，通過率從 74% 提升到 83%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77900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81558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2026-08-06 全量重測（本頁數字）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79392" y="581558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同批錄音重跑三層噪音，不做任何人工複判 → 81 / 78 / 71%；另測 q8_0 候選（快 40%）端到端平均低 3 分，維持現役 q5_0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守衛全綠不代表沒問題——換一個角度就抓到一批。守衛庫全程維持 892/892。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20–30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1122+892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自然語言問倉管，秒級回答；手機掃碼、離線可用、硬體成本極低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1122 句雙平台 100%、英文 892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whisper；中英統一 small-q5_0（~3.5s/句）、同一套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下一步：第二台交機（全量認證已過）、展前真人語音多句實測、SEMICON 9/2–9/4 展出——開機自動歸零 / 動態模擬 / 雙語 / 手機動線全數就緒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