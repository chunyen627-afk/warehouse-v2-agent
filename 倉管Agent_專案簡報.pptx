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五輪破口收斂軌跡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柱狀圖是五輪的收斂軌跡：第一輪抓到 38 個問題，一路降到 3 個，且連續兩輪低於 5＝工程上宣告收斂。剩的 3 個是極端罕見打法，已列冊。每輪修復都跑中文 1122＋英文 892 句全量守衛，確保修新不壞舊。結論：目前收尾階段（真人語音驗證＋長尾），預計下週可交付廠商。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認證完成）。第二台從重建到可交客戶的完整故事：全量守衛1122+892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1122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回歸，重複跑到收斂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1122＋英 892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50" b="1">
                <a:solidFill>
                  <a:srgbClr val="008E76"/>
                </a:solidFill>
                <a:latin typeface="Microsoft JhengHei"/>
              </a:rPr>
              <a:t>→ ✅ 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剩餘 3 個屬極端罕見打法（三連黏字、同音錯字撞真英文單字），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已列冊追蹤；每一輪修復都經全量守衛回歸，確保不踩壞舊功能。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網頁互動已收斂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收尾中：真人語音驗證＋長尾補強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預計下週交付廠商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1122+892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small-q5_0，~3.5s/句）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small-q5_0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175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中英皆 ~3.5s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ZH 端到端 66/100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現役（8 月中英統一＋-ac 640）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0.94s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英文版初選 → 升級 small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2.15s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36/100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中文版初選 → 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演進 8月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真人 100 句把 8 句測不出的差距逼出來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——base 端到端 36/100、small 47/100（同無修正層）；掛回容錯層 66/100。慢 1.4s 買 +30 分，中英自此同一顆模型檔。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175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ggml-small-q5_0.bin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small-q5_0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175 MB 一顆（中英共用）｜VAD 零模型｜中英 ~3.5s/句｜純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 55%——這個落差才是真相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+ 修 13 個破口，展場噪音下 84%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噪音只讓通過率掉 3 個百分點（87 → 84）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39895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39895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398263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398263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992623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5056631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5056631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650991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714999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714999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守衛全綠不代表沒問題——換一個角度就抓到一批。守衛庫全程維持 892/892。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small-q5_0（~3.5s/句）、同一套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