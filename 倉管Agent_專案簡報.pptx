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式點一下自動結束；Fun-ASR-Nano 在 RPi5 純 CPU 離線辨識（展場無網路也能跑）；OpenCC 轉繁 + 同音修正層清理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★語音選型頁（技術評審向）。選型鐵律：必須能在 RPi5 CPU 純離線跑，且盡量沿用倉管既有的 llama.cpp / GGUF runtime。對照四個候選：Whisper small 中文 CER 高（~20%，英文強中文弱）；Whisper large-v3 1.55B 太大、RPi5 純 CPU 跑不動、且偏雲端；SenseVoice-Small / Paraformer 中文 CER 其實更漂亮（~8%/~10%），但走 sherpa-onnx 生態、要重新整合一套框架，展前時間風險高，列為備援方案。Fun-ASR-Nano 決勝點＝跟倉管 LLM 共用同一套 llama.cpp / GGUF runtime，語音不用再扛一套框架、部署面最省；官方 arm64 binary 要GLIBC 2.38 而 RPi5 是 2.36，直接在機上源碼編 4.5 分鐘解決；輸出簡體用 OpenCC s2twp 完美轉繁並順帶轉台灣用語。誠實補一句：SenseVoice 若展後有時間值得回頭評估換裝，CER 更低。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語音容錯的兩層設計，都是真人聲實測一句句磨出來的。左＝發音容錯層：ASR 錯字多是「同音但字形差很遠」（滑鼠→華數），字形比對救不到、轉拼音就中；還做了捲舌音節還原（ㄕ/ㄗ 不分）。門檻 0.82 是實測調出來的——太低會把「衛生棉」誤配成「衛生紙」。右＝語音同音修正：只掛 ASR 出口，所以打字訪客完全不受影響、守衛零風險。關鍵原則：每條規則都有守衛把關，改規則前跑護欄測試。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總結三張卡：價值、技術、品質。收尾一句下一步。整份簡報的主軸——用最小的模型、最便宜的硬體，做到可以用數字證明的品質。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Arial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Fun-ASR-Nano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GGUF + llama.cpp，RPi5 CPU 純離線辨識（~2.8s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繁體，順便轉台灣用語（滑鼠 / 藍牙）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為什麼是 Fun-ASR-Nano，不是 Whisper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選型鐵律：能在 RPi5 CPU 純離線跑、且能沿用倉管既有的 llama.cpp / GGUF runtime——不必為語音再扛一套框架。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參數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0248" y="1865376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Runtime / 部署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1865376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離線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7848" y="1865376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中文 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82328" y="1865376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Fun-ASR-Nano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331720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llama.cpp / GGUF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2331720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✓ 2.5s/句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331720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2328" y="2331720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244M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953512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whisper.cpp 另一套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953512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可但中文弱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7848" y="2953512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2953512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 CER 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large-v3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1.55B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0248" y="3575304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太重 / 需 GPU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575304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✕ RPi5 跑不動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575304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2328" y="3575304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太大＋雲端傾向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SenseVoice-Small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234M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4197096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sherpa-onnx 另整合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4197096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✓ 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27848" y="4197096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82328" y="4197096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要重整合，展前風險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Paraformer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~220M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0248" y="4818888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sherpa-onnx 另整合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1928" y="4818888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✓ 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7848" y="4818888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~10%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2328" y="4818888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同上，備援方案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623560"/>
            <a:ext cx="10853928" cy="89611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779008"/>
            <a:ext cx="10149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決勝點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與倉管 LLM 共用同一套 llama.cpp / GGUF runtime</a:t>
            </a:r>
            <a:r>
              <a:rPr sz="1250" b="0">
                <a:solidFill>
                  <a:srgbClr val="BBBBBB"/>
                </a:solidFill>
                <a:latin typeface="Microsoft JhengHei"/>
              </a:rPr>
              <a:t>——語音不必另裝 sherpa-onnx；GLIBC 不合就在 RPi5 源碼編（4.5 分）；輸出簡體用 OpenCC 完美轉繁。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會聽錯，兩層容錯把它接住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小模型辨識不完美（滑鼠→華數/華族）。兩層容錯——真人聲實測一句句磨出來——讓聽錯也答對。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25780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9456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發音容錯層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字形救不到 → 轉拼音比對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1089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08960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同音字形遠：滑鼠→華數，字形比對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52958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29584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轉拼音比對即中（huashu ≈ huashu）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9502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950208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捲舌音節還原：ㄕ/ㄗ 混淆也接得住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7083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370832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914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791456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字形優先、發音救底 → 守衛零回歸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1965960"/>
            <a:ext cx="50749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19456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語音同音修正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60604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1089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108960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倉別：總/藏/昌 倉 → 中/北 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2958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3529584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動詞：近→進、谷→補（吵雜劣化）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9502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3448" y="3950208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量詞：臺→台（OpenCC 轉繁差異）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37083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4370832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7914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8" y="4791456"/>
            <a:ext cx="4297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設計原則：每一條容錯規則都有守衛把關，改規則前先跑護欄測試——聽錯可以救，但不能救錯。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83080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200253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8424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92024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92024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0632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990088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7180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907792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9077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758184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977640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5935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895344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89534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六套回歸雙平台 100%；守衛庫 1122 句把「可靠」變成數字，不靠祈禱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45736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965192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46904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882896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88289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全離線 ASR 展場可用；三環境噪音實測，現有硬體 + 正常音量就夠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852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下一步：展前待辦（demo 基準日對齊、展前真機全量驗收）——重置鈕 / 開機自啟 / Wi-Fi 自癒已完成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